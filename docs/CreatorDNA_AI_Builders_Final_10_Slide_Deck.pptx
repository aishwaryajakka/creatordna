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nal_creator_dna_slides/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nal_creator_dna_slides/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nal_creator_dna_slides/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nal_creator_dna_slides/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nal_creator_dna_slides/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nal_creator_dna_slides/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nal_creator_dna_slides/slide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nal_creator_dna_slides/slide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nal_creator_dna_slides/slide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nal_creator_dna_slides/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CreatorDNA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Creator DNA — AI Builders Hackathon</dc:title>
  <dc:subject>Creator DNA AI Builders Hackathon presentation deck</dc:subject>
  <dc:creator>Aishwarya Jakka</dc:creator>
  <cp:lastModifiedBy>Aishwarya Jakka</cp:lastModifiedBy>
  <cp:revision>1</cp:revision>
  <dcterms:created xsi:type="dcterms:W3CDTF">2026-09-15T06:46:07Z</dcterms:created>
  <dcterms:modified xsi:type="dcterms:W3CDTF">2026-09-15T06:46:07Z</dcterms:modified>
</cp:coreProperties>
</file>